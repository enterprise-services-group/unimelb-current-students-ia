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University of Melbourne's Web Estate Works Against Students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audit of 33,500+ pages across 18 domains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Journey — Four Sites, No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F33"/>
                </a:solidFill>
              </a:rPr>
              <a:t>One student. Three lifecycle stages. Four different websites — on four different domains, with four different information architectures and vocabularies.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73152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study.unimelb.edu.au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finder, how to apply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73152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students.unimelb.edu.au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Enrolment, support, admin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(central)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73152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{faculty}.unimelb.edu.au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plans, placements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(faculty)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73152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623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www.unimelb.edu.au/alumni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tools, benefits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5623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3017520"/>
            <a:ext cx="3474720" cy="1371600"/>
          </a:xfrm>
          <a:prstGeom prst="rect">
            <a:avLst>
              <a:gd name="adj" fmla="val 3333"/>
            </a:avLst>
          </a:prstGeom>
          <a:solidFill>
            <a:srgbClr val="F2F5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108960"/>
            <a:ext cx="347472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29600" y="3771900"/>
            <a:ext cx="34747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from current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pages to alumni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graduation → alumni handoff is structurally absent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Nine Faculties Diverged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Faculties fall on a spectrum from central-dependent to self-contained parallel ecosystems: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A8C4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ABP/MSD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164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A8C4DD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A8C4DD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0F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0F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332720" y="2194560"/>
            <a:ext cx="1188720" cy="548640"/>
          </a:xfrm>
          <a:prstGeom prst="rect">
            <a:avLst>
              <a:gd name="adj" fmla="val 5000"/>
            </a:avLst>
          </a:prstGeom>
          <a:solidFill>
            <a:srgbClr val="0F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1033272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 &amp; Law run entirely parallel systems — a student could complete their degree without discovering central services.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3474720" cy="1188720"/>
          </a:xfrm>
          <a:prstGeom prst="rect">
            <a:avLst>
              <a:gd name="adj" fmla="val 3846"/>
            </a:avLst>
          </a:prstGeom>
          <a:solidFill>
            <a:srgbClr val="F2F5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23360"/>
            <a:ext cx="347472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585716"/>
            <a:ext cx="3474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URL patterns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'current students'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3931920"/>
            <a:ext cx="3474720" cy="1188720"/>
          </a:xfrm>
          <a:prstGeom prst="rect">
            <a:avLst>
              <a:gd name="adj" fmla="val 3846"/>
            </a:avLst>
          </a:prstGeom>
          <a:solidFill>
            <a:srgbClr val="F2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4023360"/>
            <a:ext cx="347472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389120" y="4585716"/>
            <a:ext cx="3474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names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careers function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3931920"/>
            <a:ext cx="3474720" cy="1188720"/>
          </a:xfrm>
          <a:prstGeom prst="rect">
            <a:avLst>
              <a:gd name="adj" fmla="val 3846"/>
            </a:avLst>
          </a:prstGeom>
          <a:solidFill>
            <a:srgbClr val="F2F5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023360"/>
            <a:ext cx="347472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229600" y="4585716"/>
            <a:ext cx="34747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under a single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nav heading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content ownership governance + a template that manufactures duplication + accountability at faculty level with no counter-incentive.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Duplication Hurts Most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Consolidation targets — central already owns these: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227 pages on central 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pages restate one policy (special consideration)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pages on students.unimelb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 built 71-page shadow sub-site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"Employability in X"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identical gateway pages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different faculty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consideration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faculty pages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(MPF1326), already centralised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gateways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near-identical pages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"Wellbeing + Ambassadors" ×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Faculty Ownership is Legitimate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duplication is wrong — these topics genuinely belong with faculties: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&amp; WIL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pages, every faculty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compliance, legal internships, teaching placements — discipline-bound by definition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pages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Degree-specific sample plans, program requirements (LANTITE, Fitness to Practice)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&amp; societies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Faculty-owned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41148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clubs, ensembles, hackathons, mooting — requires discipline knowledge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54864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skills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5120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methods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writing, lab reports, studio critique — not centralisable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"Connect, don't centralise" — centralise discovery, leave ownership with faculties.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Problem — Services Authored Three Times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cross-cutting service is independently written for prospective, current, and alumni stages: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&amp; employability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~10 times across 4 domains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6576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life &amp; community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framings, no narrative thread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36576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+ current + alumni, unlinked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36576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&amp; health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care × 3, no handoff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36576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2648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catalogue exists, not surfaced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Central Hub is Missing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students.unimelb.edu.au that drive faculty duplication: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&amp; WIL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content — the largest faculty-owned topic has no central discovery page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 for enrolled students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pages — an enrolled student looking for scholarships finds nothing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spine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— no 'apply to graduate' or ceremony information on central hub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international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visas, OSHC, ESOS compliance not covered centrally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12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planning gateway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Course Planner tool exists but no guiding degree content surrounds 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has been filled — differently, inconsistently — by faculties acting independently.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Paradox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faculties strongest in research support their research students the least: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HDR student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79*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5760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Law's 79 includes 61 researcher bios — only ~18 are genuine candidature support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run as a reputation asset, decoupled from the student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fix the seams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→ alumni bridge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closing the most broken handoff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faculty careers to alumni mentoring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 existing content, no migration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discovery page on 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largest central gap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365760" cy="3657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spec-con pages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→ 1 redirect; highest-impact lowest-effort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standardise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Standardise one URL convention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/students across all faculties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Establish shared vocabulary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function, enforced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Mandate Education/Arts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works — issue as required template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Don't Consolidate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faculty content is legitimately faculty-owned.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to close the seams, fill the central gaps, and standardise the experience.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"Connect, don't centralise"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Centralise discovery, leave ownership with faculties.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Close the lifecycle handoffs students fall through.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Fill the central gaps that drive faculty duplication.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Standardise the URL, the vocabulary, and the template.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Estate by the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2286000"/>
          </a:xfrm>
          <a:prstGeom prst="rect">
            <a:avLst>
              <a:gd name="adj" fmla="val 2273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33,507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crawled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18 domains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645920"/>
            <a:ext cx="2011680" cy="2286000"/>
          </a:xfrm>
          <a:prstGeom prst="rect">
            <a:avLst>
              <a:gd name="adj" fmla="val 2273"/>
            </a:avLst>
          </a:prstGeom>
          <a:solidFill>
            <a:srgbClr val="F2F5F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26,634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for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2011680" cy="2286000"/>
          </a:xfrm>
          <a:prstGeom prst="rect">
            <a:avLst>
              <a:gd name="adj" fmla="val 2273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645920"/>
            <a:ext cx="2011680" cy="2286000"/>
          </a:xfrm>
          <a:prstGeom prst="rect">
            <a:avLst>
              <a:gd name="adj" fmla="val 2273"/>
            </a:avLst>
          </a:prstGeom>
          <a:solidFill>
            <a:srgbClr val="F2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patterns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concept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01200" y="1645920"/>
            <a:ext cx="2011680" cy="2286000"/>
          </a:xfrm>
          <a:prstGeom prst="rect">
            <a:avLst>
              <a:gd name="adj" fmla="val 2273"/>
            </a:avLst>
          </a:prstGeom>
          <a:solidFill>
            <a:srgbClr val="F2F5F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→ alumni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crawl of the University of Melbourne's public web estate · June 2026 · Full technical audit available separately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students.unimelb (833)  ·  msd (2,348)  ·  arts (2,446)  ·  fbe (2,241)  ·  education (852)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(1,985)  ·  finearts-music (1,444)  ·  law (3,188)  ·  medicine (3,213)  ·  mdhs (6,072)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(420)  ·  mbs (83)  ·  biomed (1,584)  ·  dental (204)  ·  study (4,048)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(176)  ·  scholarships (2,226)  ·  alumni (137)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2026-06-25T11:37:19Z</dcterms:created>
  <dcterms:modified xsi:type="dcterms:W3CDTF">2026-06-25T11:37:19Z</dcterms:modified>
</cp:coreProperties>
</file>